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63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61" autoAdjust="0"/>
    <p:restoredTop sz="94660"/>
  </p:normalViewPr>
  <p:slideViewPr>
    <p:cSldViewPr snapToGrid="0">
      <p:cViewPr varScale="1">
        <p:scale>
          <a:sx n="91" d="100"/>
          <a:sy n="91" d="100"/>
        </p:scale>
        <p:origin x="85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582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8606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404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134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51579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02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9779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6309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253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6042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0882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7E9A152D-14BC-4324-9345-430E1555386D}" type="datetimeFigureOut">
              <a:rPr kumimoji="1" lang="ja-JP" altLang="en-US" smtClean="0"/>
              <a:t>2026/9/23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83003A04-90BB-4286-92BF-CDC85E94FC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2004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kumimoji="1"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kumimoji="1"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kumimoji="1"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kumimoji="1"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kumimoji="1"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kumimoji="1"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kumimoji="1"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kumimoji="1"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kumimoji="1"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6DF0E4-22BA-C166-83B8-8F140570C6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カラーパレッド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4993102-4A76-D658-2A63-02A2EF397A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情報処理実習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Ⅰ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4J 28</a:t>
            </a:r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 藤原凜音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5E99F33-6C44-B91E-A469-C3BC9495DE47}"/>
              </a:ext>
            </a:extLst>
          </p:cNvPr>
          <p:cNvSpPr txBox="1"/>
          <p:nvPr/>
        </p:nvSpPr>
        <p:spPr>
          <a:xfrm>
            <a:off x="6544172" y="6488668"/>
            <a:ext cx="5647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https://github.com/tenten3735/color-palette.git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9700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24BF3D-DFE5-CAD1-E9C6-01FD686CA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目的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564211-262C-ECAC-09F0-95378AC08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kumimoji="1" lang="en-US" altLang="ja-JP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サイトやゲームなどのコンテンツ制作では、色彩が作品の印象を大きく左右する。</a:t>
            </a:r>
            <a:endParaRPr kumimoji="1" lang="en-US" altLang="ja-JP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indent="0">
              <a:buNone/>
            </a:pPr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そこで、ベースカラーを入力し、指定した雰囲気に合った配色を簡単に作成できる</a:t>
            </a:r>
            <a:r>
              <a:rPr kumimoji="1" lang="en-US" altLang="ja-JP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アプリを開発する。</a:t>
            </a:r>
          </a:p>
        </p:txBody>
      </p:sp>
    </p:spTree>
    <p:extLst>
      <p:ext uri="{BB962C8B-B14F-4D97-AF65-F5344CB8AC3E}">
        <p14:creationId xmlns:p14="http://schemas.microsoft.com/office/powerpoint/2010/main" val="39317489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B1223-EB28-3878-86A5-73963FB0A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359EA1-77A1-65C8-662D-A644FA2D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技術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124E87-27BF-F842-74E2-EC7974483A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ニューラルネットワーク</a:t>
            </a:r>
            <a:endParaRPr kumimoji="1" lang="en-US" altLang="ja-JP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indent="0">
              <a:buNone/>
            </a:pPr>
            <a:r>
              <a:rPr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人間が作った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色のカラーパレッドをルールをもとに学習。アプリ上でベースカラー・パラメーターを選択するとベースカラーに合う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色が生成される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indent="0">
              <a:buNone/>
            </a:pP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28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Gradio</a:t>
            </a:r>
            <a:endParaRPr kumimoji="1" lang="en-US" altLang="ja-JP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indent="0">
              <a:buNone/>
            </a:pP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アプリの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UI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部分。ベースカラーを入力しやすくしたり、パラメーターのスライダーを表示したりしている。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55421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1A83-DE73-766D-5667-03BBF6668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B8B15D-874E-842B-195D-DCD4276BF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4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できること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F0A6A2B-E99F-3B83-11E3-3A9101B9F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デモンストレーション</a:t>
            </a:r>
            <a:endParaRPr kumimoji="1" lang="ja-JP" altLang="en-US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4030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2E4E0-08FC-22DD-A2C5-F656BADA1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A026CB-34DC-8DEA-1D6D-2CF13D781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感想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830190E-7C93-9291-6B67-C6BEDFE75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indent="0">
              <a:buNone/>
            </a:pP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学習データを人間が作ったカラーパレッドではなく、完全ランダムで一度やってみた。人間が作ったものを学習したほうが断然よかった。元のデータの重要性を学んだ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授業のプログラムをもとに</a:t>
            </a:r>
            <a:r>
              <a:rPr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に聞きながらつくったが、思っていたより簡単にできて面白かった</a:t>
            </a: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HTML</a:t>
            </a: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覚えてないと思ったけど、</a:t>
            </a:r>
            <a:r>
              <a:rPr kumimoji="1" lang="en-US" altLang="ja-JP" sz="24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gradio</a:t>
            </a: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が便利すぎた。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E91EF42-AE69-D088-E527-58782C871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7681" y="0"/>
            <a:ext cx="2294207" cy="2840892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33E2AEC-3D03-A3DF-6BF8-9BF115AC9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0195" y="-45"/>
            <a:ext cx="2380232" cy="284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537491"/>
      </p:ext>
    </p:extLst>
  </p:cSld>
  <p:clrMapOvr>
    <a:masterClrMapping/>
  </p:clrMapOvr>
</p:sld>
</file>

<file path=ppt/theme/theme1.xml><?xml version="1.0" encoding="utf-8"?>
<a:theme xmlns:a="http://schemas.openxmlformats.org/drawingml/2006/main" name="フレーム">
  <a:themeElements>
    <a:clrScheme name="フレーム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フレーム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フレーム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フレーム</Template>
  <TotalTime>102</TotalTime>
  <Words>196</Words>
  <Application>Microsoft Office PowerPoint</Application>
  <PresentationFormat>ワイド画面</PresentationFormat>
  <Paragraphs>23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メイリオ</vt:lpstr>
      <vt:lpstr>Corbel</vt:lpstr>
      <vt:lpstr>Wingdings 2</vt:lpstr>
      <vt:lpstr>フレーム</vt:lpstr>
      <vt:lpstr>カラーパレッド</vt:lpstr>
      <vt:lpstr>目的</vt:lpstr>
      <vt:lpstr>技術</vt:lpstr>
      <vt:lpstr>できること</vt:lpstr>
      <vt:lpstr>感想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４Ｊ-２８ f23121_一関高専</dc:creator>
  <cp:lastModifiedBy>４Ｊ-２８ f23121_一関高専</cp:lastModifiedBy>
  <cp:revision>2</cp:revision>
  <dcterms:created xsi:type="dcterms:W3CDTF">2026-09-22T17:04:31Z</dcterms:created>
  <dcterms:modified xsi:type="dcterms:W3CDTF">2026-09-22T18:50:13Z</dcterms:modified>
</cp:coreProperties>
</file>