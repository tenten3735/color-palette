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63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61" autoAdjust="0"/>
    <p:restoredTop sz="94660"/>
  </p:normalViewPr>
  <p:slideViewPr>
    <p:cSldViewPr snapToGrid="0">
      <p:cViewPr varScale="1">
        <p:scale>
          <a:sx n="91" d="100"/>
          <a:sy n="91" d="100"/>
        </p:scale>
        <p:origin x="8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D-14BC-4324-9345-430E1555386D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3A04-90BB-4286-92BF-CDC85E94F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358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D-14BC-4324-9345-430E1555386D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3A04-90BB-4286-92BF-CDC85E94F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8606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D-14BC-4324-9345-430E1555386D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3A04-90BB-4286-92BF-CDC85E94F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404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D-14BC-4324-9345-430E1555386D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3A04-90BB-4286-92BF-CDC85E94F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3134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D-14BC-4324-9345-430E1555386D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3A04-90BB-4286-92BF-CDC85E94F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5157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D-14BC-4324-9345-430E1555386D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3A04-90BB-4286-92BF-CDC85E94F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2002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D-14BC-4324-9345-430E1555386D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3A04-90BB-4286-92BF-CDC85E94F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9779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D-14BC-4324-9345-430E1555386D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3A04-90BB-4286-92BF-CDC85E94F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6309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D-14BC-4324-9345-430E1555386D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3A04-90BB-4286-92BF-CDC85E94F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253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D-14BC-4324-9345-430E1555386D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3A04-90BB-4286-92BF-CDC85E94F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604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A152D-14BC-4324-9345-430E1555386D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03A04-90BB-4286-92BF-CDC85E94F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0882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E9A152D-14BC-4324-9345-430E1555386D}" type="datetimeFigureOut">
              <a:rPr kumimoji="1" lang="ja-JP" altLang="en-US" smtClean="0"/>
              <a:t>2026/9/23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83003A04-90BB-4286-92BF-CDC85E94FC9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200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kumimoji="1"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kumimoji="1"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6DF0E4-22BA-C166-83B8-8F140570C6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カラーパレッド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4993102-4A76-D658-2A63-02A2EF397A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情報処理実習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Ⅰ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4J 28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番 藤原凜音</a:t>
            </a:r>
          </a:p>
        </p:txBody>
      </p:sp>
    </p:spTree>
    <p:extLst>
      <p:ext uri="{BB962C8B-B14F-4D97-AF65-F5344CB8AC3E}">
        <p14:creationId xmlns:p14="http://schemas.microsoft.com/office/powerpoint/2010/main" val="1079700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24BF3D-DFE5-CAD1-E9C6-01FD686CA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564211-262C-ECAC-09F0-95378AC08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kumimoji="1"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サイトやゲームなどのコンテンツ制作では、色彩が作品の印象を大きく左右する。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そこで、ベースカラーを入力し、指定した雰囲気に合った配色を簡単に作成できる</a:t>
            </a:r>
            <a:r>
              <a:rPr kumimoji="1" lang="en-US" altLang="ja-JP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アプリを開発する。</a:t>
            </a:r>
          </a:p>
        </p:txBody>
      </p:sp>
    </p:spTree>
    <p:extLst>
      <p:ext uri="{BB962C8B-B14F-4D97-AF65-F5344CB8AC3E}">
        <p14:creationId xmlns:p14="http://schemas.microsoft.com/office/powerpoint/2010/main" val="3931748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B1223-EB28-3878-86A5-73963FB0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359EA1-77A1-65C8-662D-A644FA2D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技術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124E87-27BF-F842-74E2-EC7974483A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ニューラルネットワーク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人間が作った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色のカラーパレッドをルールをもとに学習。アプリ上でベースカラー・パラメーターを選択するとベースカラーに合う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5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色が生成される</a:t>
            </a:r>
            <a:endParaRPr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28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Gradio</a:t>
            </a:r>
            <a:endParaRPr kumimoji="1" lang="en-US" altLang="ja-JP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　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web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アプリの</a:t>
            </a:r>
            <a:r>
              <a:rPr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UI</a:t>
            </a: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部分。ベースカラーを入力しやすくしたり、パラメーターのスライダーを表示したりしている。</a:t>
            </a:r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55421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51A83-DE73-766D-5667-03BBF6668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B8B15D-874E-842B-195D-DCD4276BF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4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できること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F0A6A2B-E99F-3B83-11E3-3A9101B9F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ja-JP" altLang="en-US" sz="2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デモンストレーション</a:t>
            </a:r>
            <a:endParaRPr kumimoji="1" lang="ja-JP" altLang="en-US" sz="28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030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2E4E0-08FC-22DD-A2C5-F656BADA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A026CB-34DC-8DEA-1D6D-2CF13D781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sz="5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感想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830190E-7C93-9291-6B67-C6BEDFE75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indent="0">
              <a:buNone/>
            </a:pPr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学習データを人間が作ったカラーパレッドではなく、完全ランダムで一度やってみた。人間が作ったものを学習したほうが断然よかった。元のデータの重要性を学んだ</a:t>
            </a:r>
            <a:endParaRPr kumimoji="1"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授業のプログラムをもとに</a:t>
            </a:r>
            <a:r>
              <a:rPr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AI</a:t>
            </a:r>
            <a:r>
              <a:rPr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に聞きながらつくったが、思っていたより簡単にできて面白かった</a:t>
            </a:r>
            <a:endParaRPr lang="en-US" altLang="ja-JP" sz="2400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r>
              <a:rPr kumimoji="1" lang="en-US" altLang="ja-JP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HTML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覚えてないと思ったけど、</a:t>
            </a:r>
            <a:r>
              <a:rPr kumimoji="1" lang="en-US" altLang="ja-JP" sz="2400" dirty="0" err="1">
                <a:latin typeface="メイリオ" panose="020B0604030504040204" pitchFamily="50" charset="-128"/>
                <a:ea typeface="メイリオ" panose="020B0604030504040204" pitchFamily="50" charset="-128"/>
              </a:rPr>
              <a:t>gradio</a:t>
            </a:r>
            <a:r>
              <a:rPr kumimoji="1" lang="ja-JP" altLang="en-US" sz="24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が便利すぎた。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E91EF42-AE69-D088-E527-58782C871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681" y="0"/>
            <a:ext cx="2294207" cy="284089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B33E2AEC-3D03-A3DF-6BF8-9BF115AC93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0195" y="-45"/>
            <a:ext cx="2380232" cy="2840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37491"/>
      </p:ext>
    </p:extLst>
  </p:cSld>
  <p:clrMapOvr>
    <a:masterClrMapping/>
  </p:clrMapOvr>
</p:sld>
</file>

<file path=ppt/theme/theme1.xml><?xml version="1.0" encoding="utf-8"?>
<a:theme xmlns:a="http://schemas.openxmlformats.org/drawingml/2006/main" name="フレーム">
  <a:themeElements>
    <a:clrScheme name="フレーム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フレーム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フレーム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フレーム</Template>
  <TotalTime>100</TotalTime>
  <Words>185</Words>
  <Application>Microsoft Office PowerPoint</Application>
  <PresentationFormat>ワイド画面</PresentationFormat>
  <Paragraphs>22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メイリオ</vt:lpstr>
      <vt:lpstr>Corbel</vt:lpstr>
      <vt:lpstr>Wingdings 2</vt:lpstr>
      <vt:lpstr>フレーム</vt:lpstr>
      <vt:lpstr>カラーパレッド</vt:lpstr>
      <vt:lpstr>目的</vt:lpstr>
      <vt:lpstr>技術</vt:lpstr>
      <vt:lpstr>できること</vt:lpstr>
      <vt:lpstr>感想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４Ｊ-２８ f23121_一関高専</dc:creator>
  <cp:lastModifiedBy>４Ｊ-２８ f23121_一関高専</cp:lastModifiedBy>
  <cp:revision>1</cp:revision>
  <dcterms:created xsi:type="dcterms:W3CDTF">2026-09-22T17:04:31Z</dcterms:created>
  <dcterms:modified xsi:type="dcterms:W3CDTF">2026-09-22T18:44:57Z</dcterms:modified>
</cp:coreProperties>
</file>